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147378160" r:id="rId5"/>
    <p:sldId id="2147378145" r:id="rId6"/>
    <p:sldId id="2147378159" r:id="rId7"/>
    <p:sldId id="2147378156" r:id="rId8"/>
    <p:sldId id="2147378157" r:id="rId9"/>
    <p:sldId id="2147378162" r:id="rId10"/>
    <p:sldId id="2147378163" r:id="rId11"/>
    <p:sldId id="2147378164" r:id="rId12"/>
    <p:sldId id="286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310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orient="horz" pos="3952" userDrawn="1">
          <p15:clr>
            <a:srgbClr val="A4A3A4"/>
          </p15:clr>
        </p15:guide>
        <p15:guide id="4" orient="horz" pos="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C013"/>
    <a:srgbClr val="000000"/>
    <a:srgbClr val="624A95"/>
    <a:srgbClr val="D7418A"/>
    <a:srgbClr val="E89517"/>
    <a:srgbClr val="0E9CCF"/>
    <a:srgbClr val="E52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BB4F3-FC2C-4953-BDB3-9EDD0E3B0B0D}" v="336" dt="2026-02-09T14:14:48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91" autoAdjust="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>
        <p:guide pos="7310"/>
        <p:guide pos="347"/>
        <p:guide orient="horz" pos="3952"/>
        <p:guide orient="horz" pos="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aldo de Paulo Vieira" userId="bc6bbee2-3a05-48e2-b088-3d58fbb140f6" providerId="ADAL" clId="{5073969B-30B0-4A2C-8A9C-E41C1DE463B7}"/>
    <pc:docChg chg="undo custSel addSld delSld modSld sldOrd">
      <pc:chgData name="Reinaldo de Paulo Vieira" userId="bc6bbee2-3a05-48e2-b088-3d58fbb140f6" providerId="ADAL" clId="{5073969B-30B0-4A2C-8A9C-E41C1DE463B7}" dt="2026-02-09T14:18:05.116" v="3276" actId="478"/>
      <pc:docMkLst>
        <pc:docMk/>
      </pc:docMkLst>
      <pc:sldChg chg="addSp delSp modSp mod">
        <pc:chgData name="Reinaldo de Paulo Vieira" userId="bc6bbee2-3a05-48e2-b088-3d58fbb140f6" providerId="ADAL" clId="{5073969B-30B0-4A2C-8A9C-E41C1DE463B7}" dt="2026-02-09T14:18:05.116" v="3276" actId="478"/>
        <pc:sldMkLst>
          <pc:docMk/>
          <pc:sldMk cId="740371826" sldId="2147378145"/>
        </pc:sldMkLst>
        <pc:spChg chg="add del mod">
          <ac:chgData name="Reinaldo de Paulo Vieira" userId="bc6bbee2-3a05-48e2-b088-3d58fbb140f6" providerId="ADAL" clId="{5073969B-30B0-4A2C-8A9C-E41C1DE463B7}" dt="2026-02-09T12:55:24.003" v="3005" actId="478"/>
          <ac:spMkLst>
            <pc:docMk/>
            <pc:sldMk cId="740371826" sldId="2147378145"/>
            <ac:spMk id="2" creationId="{BD07C42B-82EC-A9D3-4EBB-798B0F592F61}"/>
          </ac:spMkLst>
        </pc:spChg>
        <pc:spChg chg="add">
          <ac:chgData name="Reinaldo de Paulo Vieira" userId="bc6bbee2-3a05-48e2-b088-3d58fbb140f6" providerId="ADAL" clId="{5073969B-30B0-4A2C-8A9C-E41C1DE463B7}" dt="2026-02-09T12:55:33.881" v="3006"/>
          <ac:spMkLst>
            <pc:docMk/>
            <pc:sldMk cId="740371826" sldId="2147378145"/>
            <ac:spMk id="3" creationId="{5324D25A-68FA-6BB9-39E1-809047DE52E9}"/>
          </ac:spMkLst>
        </pc:spChg>
        <pc:spChg chg="mod ord">
          <ac:chgData name="Reinaldo de Paulo Vieira" userId="bc6bbee2-3a05-48e2-b088-3d58fbb140f6" providerId="ADAL" clId="{5073969B-30B0-4A2C-8A9C-E41C1DE463B7}" dt="2026-02-09T14:17:19.452" v="3270" actId="1076"/>
          <ac:spMkLst>
            <pc:docMk/>
            <pc:sldMk cId="740371826" sldId="2147378145"/>
            <ac:spMk id="9" creationId="{50741D70-C980-3727-42E6-4FD7E900B3E3}"/>
          </ac:spMkLst>
        </pc:spChg>
        <pc:spChg chg="mod ord">
          <ac:chgData name="Reinaldo de Paulo Vieira" userId="bc6bbee2-3a05-48e2-b088-3d58fbb140f6" providerId="ADAL" clId="{5073969B-30B0-4A2C-8A9C-E41C1DE463B7}" dt="2026-02-09T14:17:19.452" v="3270" actId="1076"/>
          <ac:spMkLst>
            <pc:docMk/>
            <pc:sldMk cId="740371826" sldId="2147378145"/>
            <ac:spMk id="10" creationId="{FC9EC8F4-6D24-F08E-59FE-856ABA4568BE}"/>
          </ac:spMkLst>
        </pc:spChg>
        <pc:picChg chg="add del mod ord modCrop">
          <ac:chgData name="Reinaldo de Paulo Vieira" userId="bc6bbee2-3a05-48e2-b088-3d58fbb140f6" providerId="ADAL" clId="{5073969B-30B0-4A2C-8A9C-E41C1DE463B7}" dt="2026-02-09T14:15:33.259" v="3219" actId="478"/>
          <ac:picMkLst>
            <pc:docMk/>
            <pc:sldMk cId="740371826" sldId="2147378145"/>
            <ac:picMk id="3" creationId="{3E68659E-6087-CB72-03BE-DB6EEEC237E8}"/>
          </ac:picMkLst>
        </pc:picChg>
        <pc:picChg chg="add del mod">
          <ac:chgData name="Reinaldo de Paulo Vieira" userId="bc6bbee2-3a05-48e2-b088-3d58fbb140f6" providerId="ADAL" clId="{5073969B-30B0-4A2C-8A9C-E41C1DE463B7}" dt="2026-02-09T14:14:48.510" v="3215" actId="478"/>
          <ac:picMkLst>
            <pc:docMk/>
            <pc:sldMk cId="740371826" sldId="2147378145"/>
            <ac:picMk id="4" creationId="{7E4702E4-50DB-6CFE-89E8-ABBD677A2474}"/>
          </ac:picMkLst>
        </pc:picChg>
        <pc:picChg chg="add del mod ord">
          <ac:chgData name="Reinaldo de Paulo Vieira" userId="bc6bbee2-3a05-48e2-b088-3d58fbb140f6" providerId="ADAL" clId="{5073969B-30B0-4A2C-8A9C-E41C1DE463B7}" dt="2026-02-09T12:56:34.340" v="3014" actId="478"/>
          <ac:picMkLst>
            <pc:docMk/>
            <pc:sldMk cId="740371826" sldId="2147378145"/>
            <ac:picMk id="5" creationId="{28A0504D-8A85-E711-056F-A7D5551AA87C}"/>
          </ac:picMkLst>
        </pc:picChg>
        <pc:picChg chg="add mod">
          <ac:chgData name="Reinaldo de Paulo Vieira" userId="bc6bbee2-3a05-48e2-b088-3d58fbb140f6" providerId="ADAL" clId="{5073969B-30B0-4A2C-8A9C-E41C1DE463B7}" dt="2026-02-09T14:17:21.873" v="3272" actId="1076"/>
          <ac:picMkLst>
            <pc:docMk/>
            <pc:sldMk cId="740371826" sldId="2147378145"/>
            <ac:picMk id="6" creationId="{036DC42A-B713-7D89-DFC1-C7A06914A5A7}"/>
          </ac:picMkLst>
        </pc:picChg>
        <pc:picChg chg="add del mod">
          <ac:chgData name="Reinaldo de Paulo Vieira" userId="bc6bbee2-3a05-48e2-b088-3d58fbb140f6" providerId="ADAL" clId="{5073969B-30B0-4A2C-8A9C-E41C1DE463B7}" dt="2026-02-09T13:45:18.811" v="3173" actId="478"/>
          <ac:picMkLst>
            <pc:docMk/>
            <pc:sldMk cId="740371826" sldId="2147378145"/>
            <ac:picMk id="6" creationId="{BE44C4A8-9C03-06C5-2B5D-E279F1BEC78F}"/>
          </ac:picMkLst>
        </pc:picChg>
        <pc:picChg chg="add del mod">
          <ac:chgData name="Reinaldo de Paulo Vieira" userId="bc6bbee2-3a05-48e2-b088-3d58fbb140f6" providerId="ADAL" clId="{5073969B-30B0-4A2C-8A9C-E41C1DE463B7}" dt="2026-02-09T13:22:36.301" v="3055" actId="478"/>
          <ac:picMkLst>
            <pc:docMk/>
            <pc:sldMk cId="740371826" sldId="2147378145"/>
            <ac:picMk id="7" creationId="{77FB8C0A-2B4C-C9D9-90FE-02B4992711C0}"/>
          </ac:picMkLst>
        </pc:picChg>
        <pc:picChg chg="add del mod ord">
          <ac:chgData name="Reinaldo de Paulo Vieira" userId="bc6bbee2-3a05-48e2-b088-3d58fbb140f6" providerId="ADAL" clId="{5073969B-30B0-4A2C-8A9C-E41C1DE463B7}" dt="2026-02-09T14:18:05.116" v="3276" actId="478"/>
          <ac:picMkLst>
            <pc:docMk/>
            <pc:sldMk cId="740371826" sldId="2147378145"/>
            <ac:picMk id="8" creationId="{04733B75-6467-C0B0-570C-2E373FC456C0}"/>
          </ac:picMkLst>
        </pc:picChg>
        <pc:picChg chg="add del mod">
          <ac:chgData name="Reinaldo de Paulo Vieira" userId="bc6bbee2-3a05-48e2-b088-3d58fbb140f6" providerId="ADAL" clId="{5073969B-30B0-4A2C-8A9C-E41C1DE463B7}" dt="2026-02-09T13:48:50.084" v="3178" actId="478"/>
          <ac:picMkLst>
            <pc:docMk/>
            <pc:sldMk cId="740371826" sldId="2147378145"/>
            <ac:picMk id="8" creationId="{D55D0B7D-19AD-AB07-DCC6-2ED7F03B5066}"/>
          </ac:picMkLst>
        </pc:picChg>
        <pc:picChg chg="add del mod">
          <ac:chgData name="Reinaldo de Paulo Vieira" userId="bc6bbee2-3a05-48e2-b088-3d58fbb140f6" providerId="ADAL" clId="{5073969B-30B0-4A2C-8A9C-E41C1DE463B7}" dt="2026-02-09T14:12:42.690" v="3200" actId="478"/>
          <ac:picMkLst>
            <pc:docMk/>
            <pc:sldMk cId="740371826" sldId="2147378145"/>
            <ac:picMk id="12" creationId="{8C8D2C4A-34AE-507C-C7D4-AB7C146C21A1}"/>
          </ac:picMkLst>
        </pc:picChg>
      </pc:sldChg>
      <pc:sldChg chg="addSp delSp modSp mod ord">
        <pc:chgData name="Reinaldo de Paulo Vieira" userId="bc6bbee2-3a05-48e2-b088-3d58fbb140f6" providerId="ADAL" clId="{5073969B-30B0-4A2C-8A9C-E41C1DE463B7}" dt="2026-02-09T13:40:40.465" v="3148" actId="1076"/>
        <pc:sldMkLst>
          <pc:docMk/>
          <pc:sldMk cId="3694154635" sldId="2147378156"/>
        </pc:sldMkLst>
        <pc:picChg chg="add del mod">
          <ac:chgData name="Reinaldo de Paulo Vieira" userId="bc6bbee2-3a05-48e2-b088-3d58fbb140f6" providerId="ADAL" clId="{5073969B-30B0-4A2C-8A9C-E41C1DE463B7}" dt="2026-02-09T13:39:19.939" v="3137" actId="478"/>
          <ac:picMkLst>
            <pc:docMk/>
            <pc:sldMk cId="3694154635" sldId="2147378156"/>
            <ac:picMk id="3" creationId="{BC762426-2DD5-8311-5EF3-CEE36C1C64A0}"/>
          </ac:picMkLst>
        </pc:picChg>
        <pc:picChg chg="add del mod">
          <ac:chgData name="Reinaldo de Paulo Vieira" userId="bc6bbee2-3a05-48e2-b088-3d58fbb140f6" providerId="ADAL" clId="{5073969B-30B0-4A2C-8A9C-E41C1DE463B7}" dt="2026-02-09T13:40:31.253" v="3144" actId="478"/>
          <ac:picMkLst>
            <pc:docMk/>
            <pc:sldMk cId="3694154635" sldId="2147378156"/>
            <ac:picMk id="4" creationId="{9D2FB71F-95D3-4729-D41C-9591333693EF}"/>
          </ac:picMkLst>
        </pc:picChg>
        <pc:picChg chg="add mod">
          <ac:chgData name="Reinaldo de Paulo Vieira" userId="bc6bbee2-3a05-48e2-b088-3d58fbb140f6" providerId="ADAL" clId="{5073969B-30B0-4A2C-8A9C-E41C1DE463B7}" dt="2026-02-09T13:40:40.465" v="3148" actId="1076"/>
          <ac:picMkLst>
            <pc:docMk/>
            <pc:sldMk cId="3694154635" sldId="2147378156"/>
            <ac:picMk id="6" creationId="{221F0EE3-5E37-4C83-068D-2CDF661F9520}"/>
          </ac:picMkLst>
        </pc:picChg>
      </pc:sldChg>
      <pc:sldChg chg="addSp delSp modSp mod">
        <pc:chgData name="Reinaldo de Paulo Vieira" userId="bc6bbee2-3a05-48e2-b088-3d58fbb140f6" providerId="ADAL" clId="{5073969B-30B0-4A2C-8A9C-E41C1DE463B7}" dt="2026-02-09T13:43:07.226" v="3161" actId="1076"/>
        <pc:sldMkLst>
          <pc:docMk/>
          <pc:sldMk cId="1981247589" sldId="2147378157"/>
        </pc:sldMkLst>
        <pc:picChg chg="add mod">
          <ac:chgData name="Reinaldo de Paulo Vieira" userId="bc6bbee2-3a05-48e2-b088-3d58fbb140f6" providerId="ADAL" clId="{5073969B-30B0-4A2C-8A9C-E41C1DE463B7}" dt="2026-02-09T13:43:07.226" v="3161" actId="1076"/>
          <ac:picMkLst>
            <pc:docMk/>
            <pc:sldMk cId="1981247589" sldId="2147378157"/>
            <ac:picMk id="3" creationId="{55446739-6D91-EADE-5480-6764713C41BE}"/>
          </ac:picMkLst>
        </pc:picChg>
        <pc:picChg chg="add del mod">
          <ac:chgData name="Reinaldo de Paulo Vieira" userId="bc6bbee2-3a05-48e2-b088-3d58fbb140f6" providerId="ADAL" clId="{5073969B-30B0-4A2C-8A9C-E41C1DE463B7}" dt="2026-02-09T13:42:53.717" v="3156" actId="478"/>
          <ac:picMkLst>
            <pc:docMk/>
            <pc:sldMk cId="1981247589" sldId="2147378157"/>
            <ac:picMk id="5" creationId="{AF5FEE00-D551-81A3-5518-11170973EAEF}"/>
          </ac:picMkLst>
        </pc:picChg>
      </pc:sldChg>
      <pc:sldChg chg="addSp delSp modSp add mod">
        <pc:chgData name="Reinaldo de Paulo Vieira" userId="bc6bbee2-3a05-48e2-b088-3d58fbb140f6" providerId="ADAL" clId="{5073969B-30B0-4A2C-8A9C-E41C1DE463B7}" dt="2026-02-09T13:38:44.740" v="3136" actId="1076"/>
        <pc:sldMkLst>
          <pc:docMk/>
          <pc:sldMk cId="3077947655" sldId="2147378159"/>
        </pc:sldMkLst>
        <pc:spChg chg="del mod">
          <ac:chgData name="Reinaldo de Paulo Vieira" userId="bc6bbee2-3a05-48e2-b088-3d58fbb140f6" providerId="ADAL" clId="{5073969B-30B0-4A2C-8A9C-E41C1DE463B7}" dt="2026-02-09T13:27:22.045" v="3074" actId="478"/>
          <ac:spMkLst>
            <pc:docMk/>
            <pc:sldMk cId="3077947655" sldId="2147378159"/>
            <ac:spMk id="2" creationId="{3FB88751-7985-AB45-0A56-B7623B7B642A}"/>
          </ac:spMkLst>
        </pc:spChg>
        <pc:spChg chg="del mod">
          <ac:chgData name="Reinaldo de Paulo Vieira" userId="bc6bbee2-3a05-48e2-b088-3d58fbb140f6" providerId="ADAL" clId="{5073969B-30B0-4A2C-8A9C-E41C1DE463B7}" dt="2026-02-09T13:29:34.047" v="3084" actId="478"/>
          <ac:spMkLst>
            <pc:docMk/>
            <pc:sldMk cId="3077947655" sldId="2147378159"/>
            <ac:spMk id="4" creationId="{DAE68BA0-E831-E75E-1665-D95F52CBC5C0}"/>
          </ac:spMkLst>
        </pc:spChg>
        <pc:spChg chg="ord">
          <ac:chgData name="Reinaldo de Paulo Vieira" userId="bc6bbee2-3a05-48e2-b088-3d58fbb140f6" providerId="ADAL" clId="{5073969B-30B0-4A2C-8A9C-E41C1DE463B7}" dt="2026-02-09T13:35:40.471" v="3104" actId="166"/>
          <ac:spMkLst>
            <pc:docMk/>
            <pc:sldMk cId="3077947655" sldId="2147378159"/>
            <ac:spMk id="9" creationId="{BF939349-821D-FF80-4D46-D6F398F66770}"/>
          </ac:spMkLst>
        </pc:spChg>
        <pc:spChg chg="ord">
          <ac:chgData name="Reinaldo de Paulo Vieira" userId="bc6bbee2-3a05-48e2-b088-3d58fbb140f6" providerId="ADAL" clId="{5073969B-30B0-4A2C-8A9C-E41C1DE463B7}" dt="2026-02-09T13:35:33.074" v="3103" actId="166"/>
          <ac:spMkLst>
            <pc:docMk/>
            <pc:sldMk cId="3077947655" sldId="2147378159"/>
            <ac:spMk id="10" creationId="{A172567C-632D-8B38-3748-506DA326FC45}"/>
          </ac:spMkLst>
        </pc:spChg>
        <pc:spChg chg="del">
          <ac:chgData name="Reinaldo de Paulo Vieira" userId="bc6bbee2-3a05-48e2-b088-3d58fbb140f6" providerId="ADAL" clId="{5073969B-30B0-4A2C-8A9C-E41C1DE463B7}" dt="2026-02-09T13:38:38.802" v="3133" actId="478"/>
          <ac:spMkLst>
            <pc:docMk/>
            <pc:sldMk cId="3077947655" sldId="2147378159"/>
            <ac:spMk id="16" creationId="{1B1E772C-A800-CE53-8700-987D31C9480C}"/>
          </ac:spMkLst>
        </pc:spChg>
        <pc:picChg chg="add del mod">
          <ac:chgData name="Reinaldo de Paulo Vieira" userId="bc6bbee2-3a05-48e2-b088-3d58fbb140f6" providerId="ADAL" clId="{5073969B-30B0-4A2C-8A9C-E41C1DE463B7}" dt="2026-02-09T13:28:54.509" v="3079" actId="478"/>
          <ac:picMkLst>
            <pc:docMk/>
            <pc:sldMk cId="3077947655" sldId="2147378159"/>
            <ac:picMk id="5" creationId="{CA3B1841-A5D6-EE4E-FE69-226E0672EF39}"/>
          </ac:picMkLst>
        </pc:picChg>
        <pc:picChg chg="add mod">
          <ac:chgData name="Reinaldo de Paulo Vieira" userId="bc6bbee2-3a05-48e2-b088-3d58fbb140f6" providerId="ADAL" clId="{5073969B-30B0-4A2C-8A9C-E41C1DE463B7}" dt="2026-02-09T13:36:19.718" v="3114" actId="1076"/>
          <ac:picMkLst>
            <pc:docMk/>
            <pc:sldMk cId="3077947655" sldId="2147378159"/>
            <ac:picMk id="7" creationId="{4893AD21-1D17-5700-1912-5FB83086DF0C}"/>
          </ac:picMkLst>
        </pc:picChg>
        <pc:picChg chg="add del mod">
          <ac:chgData name="Reinaldo de Paulo Vieira" userId="bc6bbee2-3a05-48e2-b088-3d58fbb140f6" providerId="ADAL" clId="{5073969B-30B0-4A2C-8A9C-E41C1DE463B7}" dt="2026-02-09T13:24:50.439" v="3060" actId="478"/>
          <ac:picMkLst>
            <pc:docMk/>
            <pc:sldMk cId="3077947655" sldId="2147378159"/>
            <ac:picMk id="11" creationId="{54C431DE-8782-C640-F1D1-4791E0207219}"/>
          </ac:picMkLst>
        </pc:picChg>
        <pc:picChg chg="add del mod">
          <ac:chgData name="Reinaldo de Paulo Vieira" userId="bc6bbee2-3a05-48e2-b088-3d58fbb140f6" providerId="ADAL" clId="{5073969B-30B0-4A2C-8A9C-E41C1DE463B7}" dt="2026-02-09T13:35:10.077" v="3095" actId="478"/>
          <ac:picMkLst>
            <pc:docMk/>
            <pc:sldMk cId="3077947655" sldId="2147378159"/>
            <ac:picMk id="12" creationId="{628B5B21-3419-416E-6A73-12608ABFC1C3}"/>
          </ac:picMkLst>
        </pc:picChg>
        <pc:picChg chg="add del mod">
          <ac:chgData name="Reinaldo de Paulo Vieira" userId="bc6bbee2-3a05-48e2-b088-3d58fbb140f6" providerId="ADAL" clId="{5073969B-30B0-4A2C-8A9C-E41C1DE463B7}" dt="2026-02-09T13:37:04.996" v="3116" actId="478"/>
          <ac:picMkLst>
            <pc:docMk/>
            <pc:sldMk cId="3077947655" sldId="2147378159"/>
            <ac:picMk id="14" creationId="{7AA1E92A-FA57-3027-F286-7E5CCBE5F393}"/>
          </ac:picMkLst>
        </pc:picChg>
        <pc:picChg chg="add del mod">
          <ac:chgData name="Reinaldo de Paulo Vieira" userId="bc6bbee2-3a05-48e2-b088-3d58fbb140f6" providerId="ADAL" clId="{5073969B-30B0-4A2C-8A9C-E41C1DE463B7}" dt="2026-02-09T13:37:48.883" v="3125" actId="478"/>
          <ac:picMkLst>
            <pc:docMk/>
            <pc:sldMk cId="3077947655" sldId="2147378159"/>
            <ac:picMk id="17" creationId="{69C89480-C552-0257-8427-6BD840892D5E}"/>
          </ac:picMkLst>
        </pc:picChg>
        <pc:picChg chg="add mod ord">
          <ac:chgData name="Reinaldo de Paulo Vieira" userId="bc6bbee2-3a05-48e2-b088-3d58fbb140f6" providerId="ADAL" clId="{5073969B-30B0-4A2C-8A9C-E41C1DE463B7}" dt="2026-02-09T13:38:21.997" v="3132" actId="1076"/>
          <ac:picMkLst>
            <pc:docMk/>
            <pc:sldMk cId="3077947655" sldId="2147378159"/>
            <ac:picMk id="18" creationId="{E09DC0C0-5655-9F40-411B-5493323EF3B0}"/>
          </ac:picMkLst>
        </pc:picChg>
        <pc:picChg chg="add del mod">
          <ac:chgData name="Reinaldo de Paulo Vieira" userId="bc6bbee2-3a05-48e2-b088-3d58fbb140f6" providerId="ADAL" clId="{5073969B-30B0-4A2C-8A9C-E41C1DE463B7}" dt="2026-02-09T13:29:35.921" v="3085" actId="478"/>
          <ac:picMkLst>
            <pc:docMk/>
            <pc:sldMk cId="3077947655" sldId="2147378159"/>
            <ac:picMk id="19" creationId="{91EA51D7-DBAF-34A3-B1DE-108875EE78DB}"/>
          </ac:picMkLst>
        </pc:picChg>
        <pc:picChg chg="add mod">
          <ac:chgData name="Reinaldo de Paulo Vieira" userId="bc6bbee2-3a05-48e2-b088-3d58fbb140f6" providerId="ADAL" clId="{5073969B-30B0-4A2C-8A9C-E41C1DE463B7}" dt="2026-02-09T13:38:44.740" v="3136" actId="1076"/>
          <ac:picMkLst>
            <pc:docMk/>
            <pc:sldMk cId="3077947655" sldId="2147378159"/>
            <ac:picMk id="20" creationId="{4BA5E987-FA0B-F513-953F-57AFF4456D39}"/>
          </ac:picMkLst>
        </pc:picChg>
        <pc:picChg chg="add mod">
          <ac:chgData name="Reinaldo de Paulo Vieira" userId="bc6bbee2-3a05-48e2-b088-3d58fbb140f6" providerId="ADAL" clId="{5073969B-30B0-4A2C-8A9C-E41C1DE463B7}" dt="2026-02-09T13:38:18.821" v="3131" actId="1076"/>
          <ac:picMkLst>
            <pc:docMk/>
            <pc:sldMk cId="3077947655" sldId="2147378159"/>
            <ac:picMk id="21" creationId="{84210879-721B-DC6D-9D92-64E0638585DE}"/>
          </ac:picMkLst>
        </pc:picChg>
      </pc:sldChg>
      <pc:sldChg chg="addSp delSp modSp add mod">
        <pc:chgData name="Reinaldo de Paulo Vieira" userId="bc6bbee2-3a05-48e2-b088-3d58fbb140f6" providerId="ADAL" clId="{5073969B-30B0-4A2C-8A9C-E41C1DE463B7}" dt="2026-02-09T13:44:47.723" v="3172" actId="20577"/>
        <pc:sldMkLst>
          <pc:docMk/>
          <pc:sldMk cId="414205764" sldId="2147378160"/>
        </pc:sldMkLst>
        <pc:spChg chg="add mod">
          <ac:chgData name="Reinaldo de Paulo Vieira" userId="bc6bbee2-3a05-48e2-b088-3d58fbb140f6" providerId="ADAL" clId="{5073969B-30B0-4A2C-8A9C-E41C1DE463B7}" dt="2026-01-19T17:50:09.652" v="2572" actId="1076"/>
          <ac:spMkLst>
            <pc:docMk/>
            <pc:sldMk cId="414205764" sldId="2147378160"/>
            <ac:spMk id="3" creationId="{CD9090C8-AF1E-765D-680C-B10C1ACF32D8}"/>
          </ac:spMkLst>
        </pc:spChg>
        <pc:spChg chg="add mod">
          <ac:chgData name="Reinaldo de Paulo Vieira" userId="bc6bbee2-3a05-48e2-b088-3d58fbb140f6" providerId="ADAL" clId="{5073969B-30B0-4A2C-8A9C-E41C1DE463B7}" dt="2026-02-09T13:44:47.723" v="3172" actId="20577"/>
          <ac:spMkLst>
            <pc:docMk/>
            <pc:sldMk cId="414205764" sldId="2147378160"/>
            <ac:spMk id="10" creationId="{EFD2CEC8-8108-A861-AF68-879F16CE5D89}"/>
          </ac:spMkLst>
        </pc:spChg>
        <pc:spChg chg="add mod">
          <ac:chgData name="Reinaldo de Paulo Vieira" userId="bc6bbee2-3a05-48e2-b088-3d58fbb140f6" providerId="ADAL" clId="{5073969B-30B0-4A2C-8A9C-E41C1DE463B7}" dt="2026-02-09T13:22:12.171" v="3054" actId="20577"/>
          <ac:spMkLst>
            <pc:docMk/>
            <pc:sldMk cId="414205764" sldId="2147378160"/>
            <ac:spMk id="16" creationId="{6E6284C3-BC62-6BD6-99AE-2600BC214E11}"/>
          </ac:spMkLst>
        </pc:spChg>
        <pc:picChg chg="add mod modCrop">
          <ac:chgData name="Reinaldo de Paulo Vieira" userId="bc6bbee2-3a05-48e2-b088-3d58fbb140f6" providerId="ADAL" clId="{5073969B-30B0-4A2C-8A9C-E41C1DE463B7}" dt="2026-01-19T16:46:57.027" v="2556" actId="14100"/>
          <ac:picMkLst>
            <pc:docMk/>
            <pc:sldMk cId="414205764" sldId="2147378160"/>
            <ac:picMk id="19" creationId="{A290DE63-AB92-1A05-3C3A-1FB6707A6984}"/>
          </ac:picMkLst>
        </pc:picChg>
        <pc:cxnChg chg="add mod">
          <ac:chgData name="Reinaldo de Paulo Vieira" userId="bc6bbee2-3a05-48e2-b088-3d58fbb140f6" providerId="ADAL" clId="{5073969B-30B0-4A2C-8A9C-E41C1DE463B7}" dt="2026-01-19T17:50:19.696" v="2574" actId="1076"/>
          <ac:cxnSpMkLst>
            <pc:docMk/>
            <pc:sldMk cId="414205764" sldId="2147378160"/>
            <ac:cxnSpMk id="14" creationId="{CC1E2BBD-5615-618F-18A8-8E52CD5D5D6E}"/>
          </ac:cxnSpMkLst>
        </pc:cxnChg>
      </pc:sldChg>
      <pc:sldChg chg="addSp delSp modSp add mod">
        <pc:chgData name="Reinaldo de Paulo Vieira" userId="bc6bbee2-3a05-48e2-b088-3d58fbb140f6" providerId="ADAL" clId="{5073969B-30B0-4A2C-8A9C-E41C1DE463B7}" dt="2026-02-09T13:43:55.093" v="3167" actId="1076"/>
        <pc:sldMkLst>
          <pc:docMk/>
          <pc:sldMk cId="716732280" sldId="2147378162"/>
        </pc:sldMkLst>
        <pc:picChg chg="add del">
          <ac:chgData name="Reinaldo de Paulo Vieira" userId="bc6bbee2-3a05-48e2-b088-3d58fbb140f6" providerId="ADAL" clId="{5073969B-30B0-4A2C-8A9C-E41C1DE463B7}" dt="2026-02-09T13:41:48.242" v="3151" actId="478"/>
          <ac:picMkLst>
            <pc:docMk/>
            <pc:sldMk cId="716732280" sldId="2147378162"/>
            <ac:picMk id="3" creationId="{AC985C3C-E9DD-66EB-5F75-A066D91C8BCA}"/>
          </ac:picMkLst>
        </pc:picChg>
        <pc:picChg chg="add del mod">
          <ac:chgData name="Reinaldo de Paulo Vieira" userId="bc6bbee2-3a05-48e2-b088-3d58fbb140f6" providerId="ADAL" clId="{5073969B-30B0-4A2C-8A9C-E41C1DE463B7}" dt="2026-02-09T13:41:42.908" v="3149" actId="478"/>
          <ac:picMkLst>
            <pc:docMk/>
            <pc:sldMk cId="716732280" sldId="2147378162"/>
            <ac:picMk id="4" creationId="{7B86CA3C-98E4-D1F1-1BCD-A20A8F18A7AD}"/>
          </ac:picMkLst>
        </pc:picChg>
        <pc:picChg chg="add mod">
          <ac:chgData name="Reinaldo de Paulo Vieira" userId="bc6bbee2-3a05-48e2-b088-3d58fbb140f6" providerId="ADAL" clId="{5073969B-30B0-4A2C-8A9C-E41C1DE463B7}" dt="2026-02-09T13:43:55.093" v="3167" actId="1076"/>
          <ac:picMkLst>
            <pc:docMk/>
            <pc:sldMk cId="716732280" sldId="2147378162"/>
            <ac:picMk id="6" creationId="{033CFE12-6D21-DC3F-0FAF-C7CE7CC9E329}"/>
          </ac:picMkLst>
        </pc:picChg>
      </pc:sldChg>
      <pc:sldChg chg="addSp delSp modSp add mod">
        <pc:chgData name="Reinaldo de Paulo Vieira" userId="bc6bbee2-3a05-48e2-b088-3d58fbb140f6" providerId="ADAL" clId="{5073969B-30B0-4A2C-8A9C-E41C1DE463B7}" dt="2026-02-09T13:21:50.582" v="3042" actId="1036"/>
        <pc:sldMkLst>
          <pc:docMk/>
          <pc:sldMk cId="1860333494" sldId="2147378163"/>
        </pc:sldMkLst>
        <pc:picChg chg="add mod">
          <ac:chgData name="Reinaldo de Paulo Vieira" userId="bc6bbee2-3a05-48e2-b088-3d58fbb140f6" providerId="ADAL" clId="{5073969B-30B0-4A2C-8A9C-E41C1DE463B7}" dt="2026-02-09T13:21:50.582" v="3042" actId="1036"/>
          <ac:picMkLst>
            <pc:docMk/>
            <pc:sldMk cId="1860333494" sldId="2147378163"/>
            <ac:picMk id="4" creationId="{CB3031E9-1B8A-B7D8-605A-5B9AADE0A578}"/>
          </ac:picMkLst>
        </pc:picChg>
        <pc:picChg chg="add mod">
          <ac:chgData name="Reinaldo de Paulo Vieira" userId="bc6bbee2-3a05-48e2-b088-3d58fbb140f6" providerId="ADAL" clId="{5073969B-30B0-4A2C-8A9C-E41C1DE463B7}" dt="2026-02-09T13:17:03.100" v="3024" actId="1076"/>
          <ac:picMkLst>
            <pc:docMk/>
            <pc:sldMk cId="1860333494" sldId="2147378163"/>
            <ac:picMk id="6" creationId="{46D743C1-1BCF-74E4-FD57-4C561072F544}"/>
          </ac:picMkLst>
        </pc:picChg>
      </pc:sldChg>
      <pc:sldChg chg="addSp delSp modSp add mod">
        <pc:chgData name="Reinaldo de Paulo Vieira" userId="bc6bbee2-3a05-48e2-b088-3d58fbb140f6" providerId="ADAL" clId="{5073969B-30B0-4A2C-8A9C-E41C1DE463B7}" dt="2026-02-02T13:44:51.764" v="2971" actId="1076"/>
        <pc:sldMkLst>
          <pc:docMk/>
          <pc:sldMk cId="3607052578" sldId="2147378164"/>
        </pc:sldMkLst>
        <pc:picChg chg="add mod">
          <ac:chgData name="Reinaldo de Paulo Vieira" userId="bc6bbee2-3a05-48e2-b088-3d58fbb140f6" providerId="ADAL" clId="{5073969B-30B0-4A2C-8A9C-E41C1DE463B7}" dt="2026-02-02T13:43:58.023" v="2962" actId="1076"/>
          <ac:picMkLst>
            <pc:docMk/>
            <pc:sldMk cId="3607052578" sldId="2147378164"/>
            <ac:picMk id="2" creationId="{96D310B8-B13A-9824-A9F9-B8A6257D4DB0}"/>
          </ac:picMkLst>
        </pc:picChg>
        <pc:picChg chg="add mod">
          <ac:chgData name="Reinaldo de Paulo Vieira" userId="bc6bbee2-3a05-48e2-b088-3d58fbb140f6" providerId="ADAL" clId="{5073969B-30B0-4A2C-8A9C-E41C1DE463B7}" dt="2026-02-02T13:44:51.764" v="2971" actId="1076"/>
          <ac:picMkLst>
            <pc:docMk/>
            <pc:sldMk cId="3607052578" sldId="2147378164"/>
            <ac:picMk id="5" creationId="{94683923-B8CA-A153-30FB-11382A1BC0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9FA39-02DD-4C71-9D5B-C70816745A8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C5AA2-2896-4703-A064-1DEACCFFA0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190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E9F4-7E38-6688-4704-581C1319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4996895-8617-5036-F285-29ECE80D5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668E92-9217-4598-BD2D-71405306F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9E40D5-152C-99BE-D911-8409A324B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739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95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79B6-0EF2-D486-8736-BCF6D2F5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4CAD9D-8FC2-BD6A-C906-44AFC1B64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F37F4D-4744-F2BA-BEF4-93234B855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68B9B1-C299-8E0E-20A1-28A1515E3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423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A948-5171-3907-F571-FE77DE50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6D22D6-82FB-93FB-3844-9C1017AF2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E7AE10-141E-BDED-8715-F23FBD81A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F11C24-6C66-FA85-8DBA-511DA6A91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9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A948-5171-3907-F571-FE77DE50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6D22D6-82FB-93FB-3844-9C1017AF2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E7AE10-141E-BDED-8715-F23FBD81A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F11C24-6C66-FA85-8DBA-511DA6A91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96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A325-3866-D745-3170-B3CBC7D5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AA800E-2318-1182-FE68-DBC1109AF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D3969D-102F-D61D-E19C-53D4BA364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E73D35-DCF8-87B9-D452-D1AA3C8FC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178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E863-6B28-EE92-8487-0201B25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57A1F1-3106-BEED-066F-FBBF544BD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36B683-A971-9D34-F868-3CFA0244E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556A03-E435-0CF6-48E1-1653554BE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66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3A00A-421A-13CE-D794-440E7895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C50554-219B-EB55-5418-410649763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5B5BB8-9FC5-6357-CA41-5B6325A78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3C6BF7-0446-7EF7-8000-FFE9D2ED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C5AA2-2896-4703-A064-1DEACCFFA00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189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4426D9-22BD-4C4D-8476-8F061239740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823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C7B2952-EA51-CD8A-11CC-70F0CA157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9459188" y="919223"/>
            <a:ext cx="1210263" cy="144602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9A0EC44-0EC5-FEDB-4027-7887E363A1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09681" y="1928870"/>
            <a:ext cx="1435395" cy="1201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78DC694-ACC3-5F3A-FA7F-0B9A3FEC5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45076" y="3130233"/>
            <a:ext cx="1435394" cy="120136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A67023D-5F7A-542C-EA80-E55A85E302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287650" y="117016"/>
            <a:ext cx="1435394" cy="12013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2FAB6DB-87ED-A1F8-266E-1BECD673B4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4063279" y="4821925"/>
            <a:ext cx="1435394" cy="12013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84D4B4A-F6EC-2149-9466-B994DFC19DB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117882" y="5529853"/>
            <a:ext cx="1210263" cy="144602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CE83B8D-CE14-3D52-7FD2-87DDF420775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4666" y="2873041"/>
            <a:ext cx="3976991" cy="111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3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8">
            <a:extLst>
              <a:ext uri="{FF2B5EF4-FFF2-40B4-BE49-F238E27FC236}">
                <a16:creationId xmlns:a16="http://schemas.microsoft.com/office/drawing/2014/main" id="{F6FE529D-5524-147D-E84E-0389F141BF6D}"/>
              </a:ext>
            </a:extLst>
          </p:cNvPr>
          <p:cNvCxnSpPr>
            <a:cxnSpLocks/>
          </p:cNvCxnSpPr>
          <p:nvPr userDrawn="1"/>
        </p:nvCxnSpPr>
        <p:spPr>
          <a:xfrm>
            <a:off x="563250" y="6294750"/>
            <a:ext cx="971843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8CCB764C-CD53-B351-7033-98609FEFE0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-35997"/>
          <a:stretch/>
        </p:blipFill>
        <p:spPr>
          <a:xfrm>
            <a:off x="10577887" y="6171639"/>
            <a:ext cx="1136514" cy="43187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851E56A-9B6E-F287-A2E3-6E59EE8AC9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96725" y="-61710"/>
            <a:ext cx="633565" cy="75698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25C9C3A-5CE9-941D-9841-05022B3C54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320878" y="1482177"/>
            <a:ext cx="751419" cy="6289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FF662D2-6792-AF58-386D-561E7AA65E5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949783" y="2233596"/>
            <a:ext cx="751418" cy="6289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992546-EA64-1882-E419-049DC8ABA0F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443717" y="571343"/>
            <a:ext cx="751418" cy="6289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1CBBEE8-8E29-6815-CED8-F382F82CBD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518213" y="3729108"/>
            <a:ext cx="751418" cy="62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6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65A6AED-4DE4-B83E-B0D4-C1B35E5191BB}"/>
              </a:ext>
            </a:extLst>
          </p:cNvPr>
          <p:cNvSpPr/>
          <p:nvPr userDrawn="1"/>
        </p:nvSpPr>
        <p:spPr>
          <a:xfrm>
            <a:off x="0" y="6057901"/>
            <a:ext cx="12192000" cy="8001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8">
            <a:extLst>
              <a:ext uri="{FF2B5EF4-FFF2-40B4-BE49-F238E27FC236}">
                <a16:creationId xmlns:a16="http://schemas.microsoft.com/office/drawing/2014/main" id="{CA035FD5-8CAF-79F0-619E-09A0203A2D6E}"/>
              </a:ext>
            </a:extLst>
          </p:cNvPr>
          <p:cNvCxnSpPr>
            <a:cxnSpLocks/>
          </p:cNvCxnSpPr>
          <p:nvPr userDrawn="1"/>
        </p:nvCxnSpPr>
        <p:spPr>
          <a:xfrm>
            <a:off x="563250" y="6374264"/>
            <a:ext cx="971843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82F4644E-9CBC-A38B-1A09-6C43841EE5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-35997"/>
          <a:stretch/>
        </p:blipFill>
        <p:spPr>
          <a:xfrm>
            <a:off x="10577887" y="6321528"/>
            <a:ext cx="1136514" cy="43187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415D845-9FBB-F783-BEBD-77071B706D68}"/>
              </a:ext>
            </a:extLst>
          </p:cNvPr>
          <p:cNvSpPr/>
          <p:nvPr userDrawn="1"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34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8">
            <a:extLst>
              <a:ext uri="{FF2B5EF4-FFF2-40B4-BE49-F238E27FC236}">
                <a16:creationId xmlns:a16="http://schemas.microsoft.com/office/drawing/2014/main" id="{3A39886F-2209-104A-40EF-2F2676DC8111}"/>
              </a:ext>
            </a:extLst>
          </p:cNvPr>
          <p:cNvCxnSpPr>
            <a:cxnSpLocks/>
          </p:cNvCxnSpPr>
          <p:nvPr userDrawn="1"/>
        </p:nvCxnSpPr>
        <p:spPr>
          <a:xfrm>
            <a:off x="563250" y="6294750"/>
            <a:ext cx="971843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E6A6BBE9-4FD6-DA1F-C720-30F40CD5E7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-35997"/>
          <a:stretch/>
        </p:blipFill>
        <p:spPr>
          <a:xfrm>
            <a:off x="10577887" y="6171639"/>
            <a:ext cx="1136514" cy="4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C7F77D6-1806-8207-60EB-D6F7FCE8833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8">
            <a:extLst>
              <a:ext uri="{FF2B5EF4-FFF2-40B4-BE49-F238E27FC236}">
                <a16:creationId xmlns:a16="http://schemas.microsoft.com/office/drawing/2014/main" id="{CCFEFFEC-506F-51BD-858C-D0302417BC30}"/>
              </a:ext>
            </a:extLst>
          </p:cNvPr>
          <p:cNvCxnSpPr>
            <a:cxnSpLocks/>
          </p:cNvCxnSpPr>
          <p:nvPr userDrawn="1"/>
        </p:nvCxnSpPr>
        <p:spPr>
          <a:xfrm>
            <a:off x="563250" y="6294750"/>
            <a:ext cx="971843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36D8003A-1435-768B-326B-9177D69E09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-35997"/>
          <a:stretch/>
        </p:blipFill>
        <p:spPr>
          <a:xfrm>
            <a:off x="10577887" y="6171639"/>
            <a:ext cx="1136514" cy="4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8">
            <a:extLst>
              <a:ext uri="{FF2B5EF4-FFF2-40B4-BE49-F238E27FC236}">
                <a16:creationId xmlns:a16="http://schemas.microsoft.com/office/drawing/2014/main" id="{2D5F41C5-8D25-16E5-3C72-1013C5FE9AE2}"/>
              </a:ext>
            </a:extLst>
          </p:cNvPr>
          <p:cNvCxnSpPr>
            <a:cxnSpLocks/>
          </p:cNvCxnSpPr>
          <p:nvPr userDrawn="1"/>
        </p:nvCxnSpPr>
        <p:spPr>
          <a:xfrm>
            <a:off x="563250" y="6294750"/>
            <a:ext cx="971843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95BAF251-5DE6-D9F8-D37A-AA748EEC2A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-35997"/>
          <a:stretch/>
        </p:blipFill>
        <p:spPr>
          <a:xfrm>
            <a:off x="10577887" y="6171639"/>
            <a:ext cx="1136514" cy="4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9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BF2A074-25C2-4AAE-4814-B9EB6D8B64EF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0BD9DF8-2EA5-1EDE-828F-06207B984D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3242" y="2849033"/>
            <a:ext cx="9225516" cy="11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EE704-44AD-DA8A-7A3E-0FAF172D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A00AA-84D0-650F-E9AF-DF453957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538BCF-B36A-3A6C-3665-B491CBA60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162BF9-0C3F-4AD3-EB6C-E732C085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6029-E7DB-124A-8FBA-A0C4D7501289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3E9770-E720-6A31-AB7F-28AD5BB3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1A21AF-38EB-E595-03FA-CE8B7393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1DDE-512E-DF4B-970D-FC37C92A4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01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061A8-63C4-B508-FB6B-19ECBF0A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B118E0-448C-309E-B95B-9330FC357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9B3023-990C-9B9D-2B63-69223E61E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957C56-994F-7847-48D3-044F133F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6029-E7DB-124A-8FBA-A0C4D7501289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029FB9-3591-A6E9-7ACB-978C4E0C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AB4F63-7B30-E92C-975E-6439487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1DDE-512E-DF4B-970D-FC37C92A4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18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C8EAD-1FFD-D7BD-1499-651AC237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57A784-550C-B652-1C3F-6B1220CFC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ABD43-ABCE-11A3-EB6E-E2933DF9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6029-E7DB-124A-8FBA-A0C4D7501289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FDB3A-2B65-75CE-6F7A-DC9F1E20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6F1FB-7763-5742-91CC-31B41F55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1DDE-512E-DF4B-970D-FC37C92A4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35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6CEA93-2516-B412-E848-ED66B986A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E7976F-F93A-2D86-5817-8FFC06297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1525A3-DE3E-7E07-D8AC-4F265BD0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6029-E7DB-124A-8FBA-A0C4D7501289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9E2827-CED3-6D16-032A-E3C8DF17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BA875F-CBA6-60D4-7AB6-43918AB0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1DDE-512E-DF4B-970D-FC37C92A4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42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A534F2-31F3-19FD-D797-850B59E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6492C0-2A67-D96D-6904-D492FC313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2281C-5588-5229-A278-A185BF0A4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E6029-E7DB-124A-8FBA-A0C4D7501289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D76132-4273-4CAF-30B5-7F5EC576B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6C7BB6-E0C0-EDF8-3F3F-7E08601E7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F1DDE-512E-DF4B-970D-FC37C92A4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86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6508-486A-5E5B-F7EF-F30EF686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1C1FDA35-8E4D-5166-69E4-03D582E20CE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501" y="6197599"/>
            <a:ext cx="6386285" cy="27818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D9090C8-AF1E-765D-680C-B10C1ACF32D8}"/>
              </a:ext>
            </a:extLst>
          </p:cNvPr>
          <p:cNvSpPr txBox="1"/>
          <p:nvPr/>
        </p:nvSpPr>
        <p:spPr>
          <a:xfrm>
            <a:off x="191501" y="1064686"/>
            <a:ext cx="7429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Relatório de Performance: Risco Sacado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D2CEC8-8108-A861-AF68-879F16CE5D89}"/>
              </a:ext>
            </a:extLst>
          </p:cNvPr>
          <p:cNvSpPr txBox="1"/>
          <p:nvPr/>
        </p:nvSpPr>
        <p:spPr>
          <a:xfrm>
            <a:off x="191501" y="2572760"/>
            <a:ext cx="3825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Status de Operações, Taxas e</a:t>
            </a:r>
          </a:p>
          <a:p>
            <a:r>
              <a:rPr lang="pt-BR" sz="2400" dirty="0"/>
              <a:t>Limites Bancários (</a:t>
            </a:r>
            <a:r>
              <a:rPr lang="pt-BR" sz="2400" dirty="0" err="1"/>
              <a:t>Fev</a:t>
            </a:r>
            <a:r>
              <a:rPr lang="pt-BR" sz="2400" dirty="0"/>
              <a:t>/2026)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C1E2BBD-5615-618F-18A8-8E52CD5D5D6E}"/>
              </a:ext>
            </a:extLst>
          </p:cNvPr>
          <p:cNvCxnSpPr>
            <a:cxnSpLocks/>
          </p:cNvCxnSpPr>
          <p:nvPr/>
        </p:nvCxnSpPr>
        <p:spPr>
          <a:xfrm>
            <a:off x="191501" y="3771900"/>
            <a:ext cx="4329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E6284C3-BC62-6BD6-99AE-2600BC214E11}"/>
              </a:ext>
            </a:extLst>
          </p:cNvPr>
          <p:cNvSpPr txBox="1"/>
          <p:nvPr/>
        </p:nvSpPr>
        <p:spPr>
          <a:xfrm>
            <a:off x="0" y="6197599"/>
            <a:ext cx="2607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Data de Corte: 06 de fevereiro de 2026</a:t>
            </a:r>
          </a:p>
          <a:p>
            <a:r>
              <a:rPr lang="pt-BR" sz="1200" dirty="0"/>
              <a:t>Escopo: Dexco S.A. e Duratex Florestal</a:t>
            </a:r>
          </a:p>
          <a:p>
            <a:r>
              <a:rPr lang="pt-BR" sz="1200" dirty="0"/>
              <a:t>Uso Interno Tesouraria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290DE63-AB92-1A05-3C3A-1FB6707A698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2000"/>
          </a:blip>
          <a:srcRect l="5271" r="33242"/>
          <a:stretch>
            <a:fillRect/>
          </a:stretch>
        </p:blipFill>
        <p:spPr>
          <a:xfrm>
            <a:off x="4572000" y="-16755"/>
            <a:ext cx="7620000" cy="686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36DC42A-B713-7D89-DFC1-C7A06914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7" y="669540"/>
            <a:ext cx="11818194" cy="5319780"/>
          </a:xfrm>
          <a:prstGeom prst="rect">
            <a:avLst/>
          </a:prstGeom>
        </p:spPr>
      </p:pic>
      <p:sp>
        <p:nvSpPr>
          <p:cNvPr id="9" name="Meio-quadro 8">
            <a:extLst>
              <a:ext uri="{FF2B5EF4-FFF2-40B4-BE49-F238E27FC236}">
                <a16:creationId xmlns:a16="http://schemas.microsoft.com/office/drawing/2014/main" id="{50741D70-C980-3727-42E6-4FD7E900B3E3}"/>
              </a:ext>
            </a:extLst>
          </p:cNvPr>
          <p:cNvSpPr/>
          <p:nvPr/>
        </p:nvSpPr>
        <p:spPr>
          <a:xfrm rot="5400000">
            <a:off x="11486658" y="130077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FC9EC8F4-6D24-F08E-59FE-856ABA4568BE}"/>
              </a:ext>
            </a:extLst>
          </p:cNvPr>
          <p:cNvSpPr/>
          <p:nvPr/>
        </p:nvSpPr>
        <p:spPr>
          <a:xfrm rot="5400000">
            <a:off x="11411604" y="239573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37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88B5-1194-812D-775D-665D80CD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E09DC0C0-5655-9F40-411B-5493323EF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382" y="1004654"/>
            <a:ext cx="4967817" cy="2451225"/>
          </a:xfrm>
          <a:prstGeom prst="rect">
            <a:avLst/>
          </a:prstGeom>
        </p:spPr>
      </p:pic>
      <p:pic>
        <p:nvPicPr>
          <p:cNvPr id="20" name="chart">
            <a:extLst>
              <a:ext uri="{FF2B5EF4-FFF2-40B4-BE49-F238E27FC236}">
                <a16:creationId xmlns:a16="http://schemas.microsoft.com/office/drawing/2014/main" id="{4BA5E987-FA0B-F513-953F-57AFF4456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3" y="2857247"/>
            <a:ext cx="6114917" cy="3459914"/>
          </a:xfrm>
          <a:prstGeom prst="rect">
            <a:avLst/>
          </a:prstGeom>
        </p:spPr>
      </p:pic>
      <p:pic>
        <p:nvPicPr>
          <p:cNvPr id="7" name="Imagem 6" descr="Linha do tempo&#10;&#10;O conteúdo gerado por IA pode estar incorreto.">
            <a:extLst>
              <a:ext uri="{FF2B5EF4-FFF2-40B4-BE49-F238E27FC236}">
                <a16:creationId xmlns:a16="http://schemas.microsoft.com/office/drawing/2014/main" id="{4893AD21-1D17-5700-1912-5FB83086D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3" y="261463"/>
            <a:ext cx="6477333" cy="2451226"/>
          </a:xfrm>
          <a:prstGeom prst="rect">
            <a:avLst/>
          </a:prstGeom>
        </p:spPr>
      </p:pic>
      <p:sp>
        <p:nvSpPr>
          <p:cNvPr id="10" name="Meio-quadro 9">
            <a:extLst>
              <a:ext uri="{FF2B5EF4-FFF2-40B4-BE49-F238E27FC236}">
                <a16:creationId xmlns:a16="http://schemas.microsoft.com/office/drawing/2014/main" id="{A172567C-632D-8B38-3748-506DA326FC45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Meio-quadro 8">
            <a:extLst>
              <a:ext uri="{FF2B5EF4-FFF2-40B4-BE49-F238E27FC236}">
                <a16:creationId xmlns:a16="http://schemas.microsoft.com/office/drawing/2014/main" id="{BF939349-821D-FF80-4D46-D6F398F66770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4210879-721B-DC6D-9D92-64E063858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382" y="4013568"/>
            <a:ext cx="4967011" cy="217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94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4366-00D9-D6BB-DEAC-D81C7CB3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io-quadro 8">
            <a:extLst>
              <a:ext uri="{FF2B5EF4-FFF2-40B4-BE49-F238E27FC236}">
                <a16:creationId xmlns:a16="http://schemas.microsoft.com/office/drawing/2014/main" id="{C38D8E6C-ED62-561E-F6C2-8CEB109E5FC9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612940BE-8FCA-1B90-04C1-C9FC9E396EE1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1F0EE3-5E37-4C83-068D-2CDF661F9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0" y="929891"/>
            <a:ext cx="11722723" cy="426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5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4366-00D9-D6BB-DEAC-D81C7CB3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io-quadro 8">
            <a:extLst>
              <a:ext uri="{FF2B5EF4-FFF2-40B4-BE49-F238E27FC236}">
                <a16:creationId xmlns:a16="http://schemas.microsoft.com/office/drawing/2014/main" id="{C38D8E6C-ED62-561E-F6C2-8CEB109E5FC9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612940BE-8FCA-1B90-04C1-C9FC9E396EE1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5446739-6D91-EADE-5480-6764713C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17" y="299693"/>
            <a:ext cx="9067165" cy="573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47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BD36-6C4D-C3E5-492A-255B1B96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io-quadro 8">
            <a:extLst>
              <a:ext uri="{FF2B5EF4-FFF2-40B4-BE49-F238E27FC236}">
                <a16:creationId xmlns:a16="http://schemas.microsoft.com/office/drawing/2014/main" id="{59A4BD49-72E5-7896-4669-95E55770D701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1C2A36AC-7270-BF13-091D-CE5A5D9753E4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3CFE12-6D21-DC3F-0FAF-C7CE7CC9E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70" y="299693"/>
            <a:ext cx="8988059" cy="562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3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1B921-F330-EADF-6366-14A71283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io-quadro 8">
            <a:extLst>
              <a:ext uri="{FF2B5EF4-FFF2-40B4-BE49-F238E27FC236}">
                <a16:creationId xmlns:a16="http://schemas.microsoft.com/office/drawing/2014/main" id="{5E4D850A-7FB7-0ABA-D2B6-10581346BBBD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2ACBA9CF-0C47-721F-2594-62658D17A684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B3031E9-1B8A-B7D8-605A-5B9AADE0A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6470" y="356733"/>
            <a:ext cx="12522940" cy="527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6D743C1-1BCF-74E4-FD57-4C561072F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291" y="4379239"/>
            <a:ext cx="6824345" cy="187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33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0EC9-9BDE-F420-5236-500EE075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io-quadro 8">
            <a:extLst>
              <a:ext uri="{FF2B5EF4-FFF2-40B4-BE49-F238E27FC236}">
                <a16:creationId xmlns:a16="http://schemas.microsoft.com/office/drawing/2014/main" id="{61348E48-2007-C992-287C-962DE165DF24}"/>
              </a:ext>
            </a:extLst>
          </p:cNvPr>
          <p:cNvSpPr/>
          <p:nvPr/>
        </p:nvSpPr>
        <p:spPr>
          <a:xfrm rot="5400000">
            <a:off x="11403250" y="260252"/>
            <a:ext cx="520701" cy="599584"/>
          </a:xfrm>
          <a:prstGeom prst="halfFram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Meio-quadro 9">
            <a:extLst>
              <a:ext uri="{FF2B5EF4-FFF2-40B4-BE49-F238E27FC236}">
                <a16:creationId xmlns:a16="http://schemas.microsoft.com/office/drawing/2014/main" id="{FC8C14E8-2AEC-718D-B8C4-DD63049E2237}"/>
              </a:ext>
            </a:extLst>
          </p:cNvPr>
          <p:cNvSpPr/>
          <p:nvPr/>
        </p:nvSpPr>
        <p:spPr>
          <a:xfrm rot="5400000">
            <a:off x="11305336" y="369748"/>
            <a:ext cx="520701" cy="599584"/>
          </a:xfrm>
          <a:prstGeom prst="halfFram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6D310B8-B13A-9824-A9F9-B8A6257D4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1633" y="102845"/>
            <a:ext cx="10495733" cy="497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4683923-B8CA-A153-30FB-11382A1BC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74" y="2012165"/>
            <a:ext cx="5930526" cy="418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05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7429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EC28320F2457449C18983858A740B5" ma:contentTypeVersion="15" ma:contentTypeDescription="Crie um novo documento." ma:contentTypeScope="" ma:versionID="97a46118d451157b11c97f82270b4800">
  <xsd:schema xmlns:xsd="http://www.w3.org/2001/XMLSchema" xmlns:xs="http://www.w3.org/2001/XMLSchema" xmlns:p="http://schemas.microsoft.com/office/2006/metadata/properties" xmlns:ns3="6052d5e2-5ef1-44be-9e92-694f46747c0c" xmlns:ns4="c326bcdd-c6a0-4c9c-b97a-d4682037ffa4" targetNamespace="http://schemas.microsoft.com/office/2006/metadata/properties" ma:root="true" ma:fieldsID="00784b634bde98c8716b075b45ae65ac" ns3:_="" ns4:_="">
    <xsd:import namespace="6052d5e2-5ef1-44be-9e92-694f46747c0c"/>
    <xsd:import namespace="c326bcdd-c6a0-4c9c-b97a-d4682037ffa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2d5e2-5ef1-44be-9e92-694f46747c0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26bcdd-c6a0-4c9c-b97a-d4682037ffa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52d5e2-5ef1-44be-9e92-694f46747c0c" xsi:nil="true"/>
  </documentManagement>
</p:properties>
</file>

<file path=customXml/itemProps1.xml><?xml version="1.0" encoding="utf-8"?>
<ds:datastoreItem xmlns:ds="http://schemas.openxmlformats.org/officeDocument/2006/customXml" ds:itemID="{C2892145-F3B8-4F3C-BC65-290440D6911C}">
  <ds:schemaRefs>
    <ds:schemaRef ds:uri="6052d5e2-5ef1-44be-9e92-694f46747c0c"/>
    <ds:schemaRef ds:uri="c326bcdd-c6a0-4c9c-b97a-d4682037ff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A1348A8-F0FC-4DCE-A881-C7B11C54CF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6F6FA6-A3B9-4B31-A5CC-7723B7872F3E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6052d5e2-5ef1-44be-9e92-694f46747c0c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c326bcdd-c6a0-4c9c-b97a-d4682037ffa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13411</TotalTime>
  <Words>50</Words>
  <Application>Microsoft Office PowerPoint</Application>
  <PresentationFormat>Widescreen</PresentationFormat>
  <Paragraphs>15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Reinaldo de Paulo Vieira</cp:lastModifiedBy>
  <cp:revision>19</cp:revision>
  <cp:lastPrinted>2025-11-10T14:28:34Z</cp:lastPrinted>
  <dcterms:created xsi:type="dcterms:W3CDTF">2023-08-25T13:58:56Z</dcterms:created>
  <dcterms:modified xsi:type="dcterms:W3CDTF">2026-02-09T14:18:14Z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f13d6b-8409-435a-bdb4-7fbaf6279b43_Enabled">
    <vt:lpwstr>true</vt:lpwstr>
  </property>
  <property fmtid="{D5CDD505-2E9C-101B-9397-08002B2CF9AE}" pid="3" name="MSIP_Label_8ef13d6b-8409-435a-bdb4-7fbaf6279b43_SetDate">
    <vt:lpwstr>2023-08-28T18:50:44Z</vt:lpwstr>
  </property>
  <property fmtid="{D5CDD505-2E9C-101B-9397-08002B2CF9AE}" pid="4" name="MSIP_Label_8ef13d6b-8409-435a-bdb4-7fbaf6279b43_Method">
    <vt:lpwstr>Standard</vt:lpwstr>
  </property>
  <property fmtid="{D5CDD505-2E9C-101B-9397-08002B2CF9AE}" pid="5" name="MSIP_Label_8ef13d6b-8409-435a-bdb4-7fbaf6279b43_Name">
    <vt:lpwstr>Publico</vt:lpwstr>
  </property>
  <property fmtid="{D5CDD505-2E9C-101B-9397-08002B2CF9AE}" pid="6" name="MSIP_Label_8ef13d6b-8409-435a-bdb4-7fbaf6279b43_SiteId">
    <vt:lpwstr>8483f5da-75f1-4c68-8a9a-64db18715699</vt:lpwstr>
  </property>
  <property fmtid="{D5CDD505-2E9C-101B-9397-08002B2CF9AE}" pid="7" name="MSIP_Label_8ef13d6b-8409-435a-bdb4-7fbaf6279b43_ActionId">
    <vt:lpwstr>90267719-a669-420d-ae3c-c85b1c0c1340</vt:lpwstr>
  </property>
  <property fmtid="{D5CDD505-2E9C-101B-9397-08002B2CF9AE}" pid="8" name="MSIP_Label_8ef13d6b-8409-435a-bdb4-7fbaf6279b43_ContentBits">
    <vt:lpwstr>0</vt:lpwstr>
  </property>
  <property fmtid="{D5CDD505-2E9C-101B-9397-08002B2CF9AE}" pid="9" name="ContentTypeId">
    <vt:lpwstr>0x010100BAEC28320F2457449C18983858A740B5</vt:lpwstr>
  </property>
  <property fmtid="{D5CDD505-2E9C-101B-9397-08002B2CF9AE}" pid="10" name="MediaServiceImageTags">
    <vt:lpwstr/>
  </property>
</Properties>
</file>